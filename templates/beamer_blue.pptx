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5288" y="1325880"/>
            <a:ext cx="8961120" cy="132588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</p:spPr>
        <p:txBody>
          <a:bodyPr lIns="274320" rIns="27432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5288" y="2743200"/>
            <a:ext cx="8961120" cy="548640"/>
          </a:xfrm>
        </p:spPr>
        <p:txBody>
          <a:bodyPr anchor="t"/>
          <a:lstStyle>
            <a:lvl1pPr algn="ctr" marL="0" indent="0">
              <a:buNone/>
              <a:defRPr sz="2200">
                <a:solidFill>
                  <a:schemeClr val="accent1"/>
                </a:solidFill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4" name="Author"/>
          <p:cNvSpPr>
            <a:spLocks noGrp="1"/>
          </p:cNvSpPr>
          <p:nvPr>
            <p:ph type="body" sz="quarter" idx="13"/>
          </p:nvPr>
        </p:nvSpPr>
        <p:spPr>
          <a:xfrm>
            <a:off x="1615288" y="3611880"/>
            <a:ext cx="8961120" cy="457200"/>
          </a:xfrm>
        </p:spPr>
        <p:txBody>
          <a:bodyPr anchor="ctr"/>
          <a:lstStyle>
            <a:lvl1pPr algn="ctr" marL="0" indent="0">
              <a:buNone/>
              <a:defRPr sz="2200">
                <a:solidFill>
                  <a:schemeClr val="tx1"/>
                </a:solidFill>
              </a:defRPr>
            </a:lvl1pPr>
          </a:lstStyle>
          <a:p>
            <a:r>
              <a:rPr lang="en-US"/>
              <a:t>Author Name</a:t>
            </a:r>
          </a:p>
        </p:txBody>
      </p:sp>
      <p:sp>
        <p:nvSpPr>
          <p:cNvPr id="5" name="Institute"/>
          <p:cNvSpPr>
            <a:spLocks noGrp="1"/>
          </p:cNvSpPr>
          <p:nvPr>
            <p:ph type="body" sz="quarter" idx="14"/>
          </p:nvPr>
        </p:nvSpPr>
        <p:spPr>
          <a:xfrm>
            <a:off x="1615288" y="4114800"/>
            <a:ext cx="8961120" cy="457200"/>
          </a:xfrm>
        </p:spPr>
        <p:txBody>
          <a:bodyPr anchor="ctr"/>
          <a:lstStyle>
            <a:lvl1pPr algn="ctr"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Institute</a:t>
            </a:r>
          </a:p>
        </p:txBody>
      </p:sp>
      <p:sp>
        <p:nvSpPr>
          <p:cNvPr id="6" name="Date"/>
          <p:cNvSpPr>
            <a:spLocks noGrp="1"/>
          </p:cNvSpPr>
          <p:nvPr>
            <p:ph type="body" sz="quarter" idx="15"/>
          </p:nvPr>
        </p:nvSpPr>
        <p:spPr>
          <a:xfrm>
            <a:off x="1615288" y="4754880"/>
            <a:ext cx="8961120" cy="411480"/>
          </a:xfrm>
        </p:spPr>
        <p:txBody>
          <a:bodyPr anchor="ctr"/>
          <a:lstStyle>
            <a:lvl1pPr algn="ctr"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20" name="Footline Author"/>
          <p:cNvSpPr/>
          <p:nvPr userDrawn="1"/>
        </p:nvSpPr>
        <p:spPr>
          <a:xfrm>
            <a:off x="0" y="6565392"/>
            <a:ext cx="4073042" cy="29260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{author}</a:t>
            </a:r>
            <a:endParaRPr lang="en-US" sz="1100"/>
          </a:p>
        </p:txBody>
      </p:sp>
      <p:sp>
        <p:nvSpPr>
          <p:cNvPr id="21" name="Footline Title"/>
          <p:cNvSpPr/>
          <p:nvPr userDrawn="1"/>
        </p:nvSpPr>
        <p:spPr>
          <a:xfrm>
            <a:off x="4063898" y="6565392"/>
            <a:ext cx="4073042" cy="29260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{short_title}</a:t>
            </a:r>
            <a:endParaRPr lang="en-US" sz="1100"/>
          </a:p>
        </p:txBody>
      </p:sp>
      <p:sp>
        <p:nvSpPr>
          <p:cNvPr id="22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{date}</a:t>
            </a:r>
            <a:endParaRPr lang="en-US" sz="1100"/>
          </a:p>
        </p:txBody>
      </p:sp>
      <p:sp>
        <p:nvSpPr>
          <p:cNvPr id="23" name="Footline Slide Number"/>
          <p:cNvSpPr/>
          <p:nvPr userDrawn="1"/>
        </p:nvSpPr>
        <p:spPr>
          <a:xfrm>
            <a:off x="1127729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100" b="0">
                <a:solidFill>
                  <a:schemeClr val="bg1"/>
                </a:solidFill>
              </a:rPr>
              <a:t>‹#›</a:t>
            </a:fld>
            <a:endParaRPr lang="en-US" sz="11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188720"/>
            <a:ext cx="11094415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1760" y="2606040"/>
            <a:ext cx="6888175" cy="105156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</p:spPr>
        <p:txBody>
          <a:bodyPr lIns="274320" rIns="274320" anchor="ctr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Section Subtitle"/>
          <p:cNvSpPr>
            <a:spLocks noGrp="1"/>
          </p:cNvSpPr>
          <p:nvPr>
            <p:ph type="body" idx="1"/>
          </p:nvPr>
        </p:nvSpPr>
        <p:spPr>
          <a:xfrm>
            <a:off x="2651760" y="3794760"/>
            <a:ext cx="6888175" cy="548640"/>
          </a:xfrm>
        </p:spPr>
        <p:txBody>
          <a:bodyPr anchor="t"/>
          <a:lstStyle>
            <a:lvl1pPr algn="ctr"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Optional subtitle</a:t>
            </a:r>
          </a:p>
        </p:txBody>
      </p:sp>
      <p:sp>
        <p:nvSpPr>
          <p:cNvPr id="20" name="Footline Author"/>
          <p:cNvSpPr/>
          <p:nvPr userDrawn="1"/>
        </p:nvSpPr>
        <p:spPr>
          <a:xfrm>
            <a:off x="0" y="6565392"/>
            <a:ext cx="4073042" cy="29260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{author}</a:t>
            </a:r>
            <a:endParaRPr lang="en-US" sz="1100"/>
          </a:p>
        </p:txBody>
      </p:sp>
      <p:sp>
        <p:nvSpPr>
          <p:cNvPr id="21" name="Footline Title"/>
          <p:cNvSpPr/>
          <p:nvPr userDrawn="1"/>
        </p:nvSpPr>
        <p:spPr>
          <a:xfrm>
            <a:off x="4063898" y="6565392"/>
            <a:ext cx="4073042" cy="29260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{short_title}</a:t>
            </a:r>
            <a:endParaRPr lang="en-US" sz="1100"/>
          </a:p>
        </p:txBody>
      </p:sp>
      <p:sp>
        <p:nvSpPr>
          <p:cNvPr id="22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{date}</a:t>
            </a:r>
            <a:endParaRPr lang="en-US" sz="1100"/>
          </a:p>
        </p:txBody>
      </p:sp>
      <p:sp>
        <p:nvSpPr>
          <p:cNvPr id="23" name="Footline Slide Number"/>
          <p:cNvSpPr/>
          <p:nvPr userDrawn="1"/>
        </p:nvSpPr>
        <p:spPr>
          <a:xfrm>
            <a:off x="1127729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100" b="0">
                <a:solidFill>
                  <a:schemeClr val="bg1"/>
                </a:solidFill>
              </a:rPr>
              <a:t>‹#›</a:t>
            </a:fld>
            <a:endParaRPr lang="en-US" sz="11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  <p:sp>
        <p:nvSpPr>
          <p:cNvPr id="3" name="Content Placeholder Left"/>
          <p:cNvSpPr>
            <a:spLocks noGrp="1"/>
          </p:cNvSpPr>
          <p:nvPr>
            <p:ph sz="half" idx="1"/>
          </p:nvPr>
        </p:nvSpPr>
        <p:spPr>
          <a:xfrm>
            <a:off x="548640" y="1188720"/>
            <a:ext cx="5364328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Right"/>
          <p:cNvSpPr>
            <a:spLocks noGrp="1"/>
          </p:cNvSpPr>
          <p:nvPr>
            <p:ph sz="half" idx="2"/>
          </p:nvPr>
        </p:nvSpPr>
        <p:spPr>
          <a:xfrm>
            <a:off x="6278728" y="1188720"/>
            <a:ext cx="5364328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Title Bar"/>
          <p:cNvSpPr/>
          <p:nvPr userDrawn="1"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11" name="Footline Author"/>
          <p:cNvSpPr/>
          <p:nvPr userDrawn="1"/>
        </p:nvSpPr>
        <p:spPr>
          <a:xfrm>
            <a:off x="0" y="6565392"/>
            <a:ext cx="4073042" cy="29260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{author}</a:t>
            </a:r>
            <a:endParaRPr lang="en-US" sz="1100"/>
          </a:p>
        </p:txBody>
      </p:sp>
      <p:sp>
        <p:nvSpPr>
          <p:cNvPr id="12" name="Footline Title"/>
          <p:cNvSpPr/>
          <p:nvPr userDrawn="1"/>
        </p:nvSpPr>
        <p:spPr>
          <a:xfrm>
            <a:off x="4063898" y="6565392"/>
            <a:ext cx="4073042" cy="29260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{short_title}</a:t>
            </a:r>
            <a:endParaRPr lang="en-US" sz="1100"/>
          </a:p>
        </p:txBody>
      </p:sp>
      <p:sp>
        <p:nvSpPr>
          <p:cNvPr id="13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{date}</a:t>
            </a:r>
            <a:endParaRPr lang="en-US" sz="1100"/>
          </a:p>
        </p:txBody>
      </p:sp>
      <p:sp>
        <p:nvSpPr>
          <p:cNvPr id="14" name="Footline Slide Number"/>
          <p:cNvSpPr/>
          <p:nvPr userDrawn="1"/>
        </p:nvSpPr>
        <p:spPr>
          <a:xfrm>
            <a:off x="1127729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100" b="0">
                <a:solidFill>
                  <a:schemeClr val="bg1"/>
                </a:solidFill>
              </a:rPr>
              <a:t>‹#›</a:t>
            </a:fld>
            <a:endParaRPr lang="en-US" sz="11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 vert="horz" lIns="91440" tIns="0" rIns="9144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188720"/>
            <a:ext cx="11094415" cy="5120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10896" indent="-310896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SzPct val="70000"/>
        <a:buFont typeface="Arial" panose="020B0604020202020204"/>
        <a:buChar char="►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76656" indent="-274320" algn="l" defTabSz="914400" rtl="0" eaLnBrk="1" latinLnBrk="0" hangingPunct="1">
        <a:lnSpc>
          <a:spcPct val="100000"/>
        </a:lnSpc>
        <a:spcBef>
          <a:spcPts val="400"/>
        </a:spcBef>
        <a:buClr>
          <a:schemeClr val="accent1"/>
        </a:buClr>
        <a:buSzPct val="100000"/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SzPct val="100000"/>
        <a:buFont typeface="Arial" panose="020B0604020202020204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2588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96596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8600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60604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Beamer-style PowerPoint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Layout preview - these slides are removed when ppt-templated builds a deck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Author Name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Institute / Department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Section Header layout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Used for layout: section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Title and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Frame title at the top; body text in the master bullet style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/>
            <a:r>
              <a:rPr/>
              <a:t>Footline text comes from tokens such as {author} in the Slide Master</a:t>
            </a:r>
          </a:p>
          <a:p>
            <a:pPr/>
            <a:r>
              <a:rPr/>
              <a:t>Edit colours in Design &gt; Variants &gt; Colors, fonts in Variants &gt; Fonts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Two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/>
              <a:t>Left column</a:t>
            </a:r>
          </a:p>
          <a:p>
            <a:pPr lvl="1"/>
            <a:r>
              <a:rPr/>
              <a:t>Detail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rPr/>
              <a:t>Right column</a:t>
            </a:r>
          </a:p>
          <a:p>
            <a:pPr lvl="1"/>
            <a:r>
              <a:rPr/>
              <a:t>Detail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Title Only layout - generated blocks</a:t>
            </a:r>
          </a:p>
        </p:txBody>
      </p:sp>
      <p:grpSp>
        <p:nvGrpSpPr>
          <p:cNvPr id="5" name="Block: Block"/>
          <p:cNvGrpSpPr/>
          <p:nvPr/>
        </p:nvGrpSpPr>
        <p:grpSpPr>
          <a:xfrm>
            <a:off x="548640" y="3045187"/>
            <a:ext cx="3454298" cy="1407706"/>
            <a:chOff x="548640" y="3045187"/>
            <a:chExt cx="3454298" cy="1407706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3045187"/>
              <a:ext cx="3454298" cy="1407706"/>
            </a:xfrm>
            <a:prstGeom prst="roundRect">
              <a:avLst>
                <a:gd name="adj" fmla="val 5846"/>
              </a:avLst>
            </a:prstGeom>
            <a:solidFill>
              <a:schemeClr val="accent1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70000"/>
                <a:buFont typeface="Arial" panose="020B0604020202020204"/>
                <a:buChar char="►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Copy these groups onto your own slides.</a:t>
              </a:r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548640" y="3045187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Block</a:t>
              </a:r>
            </a:p>
          </p:txBody>
        </p:sp>
      </p:grpSp>
      <p:grpSp>
        <p:nvGrpSpPr>
          <p:cNvPr id="8" name="Alertblock: Alert block"/>
          <p:cNvGrpSpPr/>
          <p:nvPr/>
        </p:nvGrpSpPr>
        <p:grpSpPr>
          <a:xfrm>
            <a:off x="4368698" y="3045187"/>
            <a:ext cx="3454298" cy="1407706"/>
            <a:chOff x="4368698" y="3045187"/>
            <a:chExt cx="3454298" cy="1407706"/>
          </a:xfrm>
        </p:grpSpPr>
        <p:sp>
          <p:nvSpPr>
            <p:cNvPr id="6" name="Rounded Rectangle 5"/>
            <p:cNvSpPr/>
            <p:nvPr/>
          </p:nvSpPr>
          <p:spPr>
            <a:xfrm>
              <a:off x="4368698" y="3045187"/>
              <a:ext cx="3454298" cy="1407706"/>
            </a:xfrm>
            <a:prstGeom prst="roundRect">
              <a:avLst>
                <a:gd name="adj" fmla="val 5846"/>
              </a:avLst>
            </a:prstGeom>
            <a:solidFill>
              <a:schemeClr val="accent2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70000"/>
                <a:buFont typeface="Arial" panose="020B0604020202020204"/>
                <a:buChar char="►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Uses accent 2 of the theme.</a:t>
              </a:r>
            </a:p>
          </p:txBody>
        </p:sp>
        <p:sp>
          <p:nvSpPr>
            <p:cNvPr id="7" name="Round Same Side Corner Rectangle 6"/>
            <p:cNvSpPr/>
            <p:nvPr/>
          </p:nvSpPr>
          <p:spPr>
            <a:xfrm>
              <a:off x="4368698" y="3045187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Alert block</a:t>
              </a:r>
            </a:p>
          </p:txBody>
        </p:sp>
      </p:grpSp>
      <p:grpSp>
        <p:nvGrpSpPr>
          <p:cNvPr id="11" name="Exampleblock: Example block"/>
          <p:cNvGrpSpPr/>
          <p:nvPr/>
        </p:nvGrpSpPr>
        <p:grpSpPr>
          <a:xfrm>
            <a:off x="8188757" y="3045187"/>
            <a:ext cx="3454298" cy="1407706"/>
            <a:chOff x="8188757" y="3045187"/>
            <a:chExt cx="3454298" cy="1407706"/>
          </a:xfrm>
        </p:grpSpPr>
        <p:sp>
          <p:nvSpPr>
            <p:cNvPr id="9" name="Rounded Rectangle 8"/>
            <p:cNvSpPr/>
            <p:nvPr/>
          </p:nvSpPr>
          <p:spPr>
            <a:xfrm>
              <a:off x="8188757" y="3045187"/>
              <a:ext cx="3454298" cy="1407706"/>
            </a:xfrm>
            <a:prstGeom prst="roundRect">
              <a:avLst>
                <a:gd name="adj" fmla="val 5846"/>
              </a:avLst>
            </a:prstGeom>
            <a:solidFill>
              <a:schemeClr val="accent3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70000"/>
                <a:buFont typeface="Arial" panose="020B0604020202020204"/>
                <a:buChar char="►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Uses accent 3 of the theme.</a:t>
              </a:r>
            </a:p>
          </p:txBody>
        </p:sp>
        <p:sp>
          <p:nvSpPr>
            <p:cNvPr id="10" name="Round Same Side Corner Rectangle 9"/>
            <p:cNvSpPr/>
            <p:nvPr/>
          </p:nvSpPr>
          <p:spPr>
            <a:xfrm>
              <a:off x="8188757" y="3045187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Example block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55696"/>
            <a:ext cx="11094415" cy="54660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70000"/>
              <a:buFont typeface="Arial" panose="020B0604020202020204"/>
              <a:buChar char="►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2200"/>
              <a:t>Blank layout (Beamer [plain] frame)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amer Blue (Madrid-inspired)">
  <a:themeElements>
    <a:clrScheme name="Beamer Blue (Madrid-inspired)">
      <a:dk1>
        <a:srgbClr val="1F1F24"/>
      </a:dk1>
      <a:lt1>
        <a:srgbClr val="FFFFFF"/>
      </a:lt1>
      <a:dk2>
        <a:srgbClr val="1A1A5E"/>
      </a:dk2>
      <a:lt2>
        <a:srgbClr val="EBEBF7"/>
      </a:lt2>
      <a:accent1>
        <a:srgbClr val="3333B3"/>
      </a:accent1>
      <a:accent2>
        <a:srgbClr val="C0161B"/>
      </a:accent2>
      <a:accent3>
        <a:srgbClr val="1E7B34"/>
      </a:accent3>
      <a:accent4>
        <a:srgbClr val="E69F00"/>
      </a:accent4>
      <a:accent5>
        <a:srgbClr val="3E9BD6"/>
      </a:accent5>
      <a:accent6>
        <a:srgbClr val="7A7A8C"/>
      </a:accent6>
      <a:hlink>
        <a:srgbClr val="3333B3"/>
      </a:hlink>
      <a:folHlink>
        <a:srgbClr val="6A3DB8"/>
      </a:folHlink>
    </a:clrScheme>
    <a:fontScheme name="Beamer Blue (Madrid-inspired)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{title}</dc:title>
  <dc:subject/>
  <dc:creator>{author}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