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0" name="Title Rule Top"/>
          <p:cNvSpPr/>
          <p:nvPr userDrawn="1"/>
        </p:nvSpPr>
        <p:spPr>
          <a:xfrm>
            <a:off x="1615288" y="1234440"/>
            <a:ext cx="8961120" cy="256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1" name="Title Rule Bottom"/>
          <p:cNvSpPr/>
          <p:nvPr userDrawn="1"/>
        </p:nvSpPr>
        <p:spPr>
          <a:xfrm>
            <a:off x="1615288" y="2697480"/>
            <a:ext cx="8961120" cy="128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4" name="Footline Rule"/>
          <p:cNvSpPr/>
          <p:nvPr userDrawn="1"/>
        </p:nvSpPr>
        <p:spPr>
          <a:xfrm>
            <a:off x="548640" y="6565392"/>
            <a:ext cx="11094415" cy="128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0" name="Title Rule Top"/>
          <p:cNvSpPr/>
          <p:nvPr userDrawn="1"/>
        </p:nvSpPr>
        <p:spPr>
          <a:xfrm>
            <a:off x="2651760" y="2514600"/>
            <a:ext cx="6888175" cy="256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1" name="Title Rule Bottom"/>
          <p:cNvSpPr/>
          <p:nvPr userDrawn="1"/>
        </p:nvSpPr>
        <p:spPr>
          <a:xfrm>
            <a:off x="2651760" y="3694176"/>
            <a:ext cx="6888175" cy="128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4" name="Footline Rule"/>
          <p:cNvSpPr/>
          <p:nvPr userDrawn="1"/>
        </p:nvSpPr>
        <p:spPr>
          <a:xfrm>
            <a:off x="548640" y="6565392"/>
            <a:ext cx="11094415" cy="128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Rule"/>
          <p:cNvSpPr/>
          <p:nvPr userDrawn="1"/>
        </p:nvSpPr>
        <p:spPr>
          <a:xfrm>
            <a:off x="548640" y="841248"/>
            <a:ext cx="11094415" cy="128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5" name="Footline Rule"/>
          <p:cNvSpPr/>
          <p:nvPr userDrawn="1"/>
        </p:nvSpPr>
        <p:spPr>
          <a:xfrm>
            <a:off x="548640" y="6565392"/>
            <a:ext cx="11094415" cy="128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0" tIns="0" rIns="548640" bIns="0" rtlCol="0" anchor="ctr">
            <a:noAutofit/>
          </a:bodyPr>
          <a:lstStyle/>
          <a:p>
            <a:pPr algn="l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{author}</a:t>
            </a:r>
            <a:endParaRPr lang="en-US" sz="10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{short_title}</a:t>
            </a:r>
            <a:endParaRPr lang="en-US" sz="10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{date}</a:t>
            </a:r>
            <a:endParaRPr lang="en-US" sz="10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086581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000" b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en-US" sz="10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100000"/>
        <a:buFont typeface="Arial" panose="020B0604020202020204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Paper (journal-style)">
  <a:themeElements>
    <a:clrScheme name="Beamer Paper (journal-style)">
      <a:dk1>
        <a:srgbClr val="1A1A1A"/>
      </a:dk1>
      <a:lt1>
        <a:srgbClr val="FDFCF8"/>
      </a:lt1>
      <a:dk2>
        <a:srgbClr val="1F3A5F"/>
      </a:dk2>
      <a:lt2>
        <a:srgbClr val="F1EFE8"/>
      </a:lt2>
      <a:accent1>
        <a:srgbClr val="1F3A5F"/>
      </a:accent1>
      <a:accent2>
        <a:srgbClr val="9E1B1B"/>
      </a:accent2>
      <a:accent3>
        <a:srgbClr val="2F6B3A"/>
      </a:accent3>
      <a:accent4>
        <a:srgbClr val="B07D2B"/>
      </a:accent4>
      <a:accent5>
        <a:srgbClr val="5E7C99"/>
      </a:accent5>
      <a:accent6>
        <a:srgbClr val="7F7F7F"/>
      </a:accent6>
      <a:hlink>
        <a:srgbClr val="1F3A5F"/>
      </a:hlink>
      <a:folHlink>
        <a:srgbClr val="5A3E85"/>
      </a:folHlink>
    </a:clrScheme>
    <a:fontScheme name="Beamer Paper (journal-style)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