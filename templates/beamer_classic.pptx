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5288" y="1325880"/>
            <a:ext cx="8961120" cy="1325880"/>
          </a:xfrm>
        </p:spPr>
        <p:txBody>
          <a:bodyPr lIns="274320" rIns="274320" anchor="ctr">
            <a:normAutofit/>
          </a:bodyPr>
          <a:lstStyle>
            <a:lvl1pPr algn="ctr"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15288" y="2743200"/>
            <a:ext cx="8961120" cy="548640"/>
          </a:xfrm>
        </p:spPr>
        <p:txBody>
          <a:bodyPr anchor="t"/>
          <a:lstStyle>
            <a:lvl1pPr algn="ctr" marL="0" indent="0">
              <a:buNone/>
              <a:defRPr sz="2200">
                <a:solidFill>
                  <a:schemeClr val="accent1"/>
                </a:solidFill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4" name="Author"/>
          <p:cNvSpPr>
            <a:spLocks noGrp="1"/>
          </p:cNvSpPr>
          <p:nvPr>
            <p:ph type="body" sz="quarter" idx="13"/>
          </p:nvPr>
        </p:nvSpPr>
        <p:spPr>
          <a:xfrm>
            <a:off x="1615288" y="3611880"/>
            <a:ext cx="8961120" cy="457200"/>
          </a:xfrm>
        </p:spPr>
        <p:txBody>
          <a:bodyPr anchor="ctr"/>
          <a:lstStyle>
            <a:lvl1pPr algn="ctr" marL="0" indent="0">
              <a:buNone/>
              <a:defRPr sz="2200">
                <a:solidFill>
                  <a:schemeClr val="tx1"/>
                </a:solidFill>
              </a:defRPr>
            </a:lvl1pPr>
          </a:lstStyle>
          <a:p>
            <a:r>
              <a:rPr lang="en-US"/>
              <a:t>Author Name</a:t>
            </a:r>
          </a:p>
        </p:txBody>
      </p:sp>
      <p:sp>
        <p:nvSpPr>
          <p:cNvPr id="5" name="Institute"/>
          <p:cNvSpPr>
            <a:spLocks noGrp="1"/>
          </p:cNvSpPr>
          <p:nvPr>
            <p:ph type="body" sz="quarter" idx="14"/>
          </p:nvPr>
        </p:nvSpPr>
        <p:spPr>
          <a:xfrm>
            <a:off x="1615288" y="4114800"/>
            <a:ext cx="8961120" cy="457200"/>
          </a:xfrm>
        </p:spPr>
        <p:txBody>
          <a:bodyPr anchor="ctr"/>
          <a:lstStyle>
            <a:lvl1pPr algn="ctr"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Institute</a:t>
            </a:r>
          </a:p>
        </p:txBody>
      </p:sp>
      <p:sp>
        <p:nvSpPr>
          <p:cNvPr id="6" name="Date"/>
          <p:cNvSpPr>
            <a:spLocks noGrp="1"/>
          </p:cNvSpPr>
          <p:nvPr>
            <p:ph type="body" sz="quarter" idx="15"/>
          </p:nvPr>
        </p:nvSpPr>
        <p:spPr>
          <a:xfrm>
            <a:off x="1615288" y="4754880"/>
            <a:ext cx="8961120" cy="411480"/>
          </a:xfrm>
        </p:spPr>
        <p:txBody>
          <a:bodyPr anchor="ctr"/>
          <a:lstStyle>
            <a:lvl1pPr algn="ctr"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/>
              <a:t>Date</a:t>
            </a:r>
          </a:p>
        </p:txBody>
      </p:sp>
      <p:sp>
        <p:nvSpPr>
          <p:cNvPr id="20" name="Footline Author"/>
          <p:cNvSpPr/>
          <p:nvPr userDrawn="1"/>
        </p:nvSpPr>
        <p:spPr>
          <a:xfrm>
            <a:off x="0" y="6565392"/>
            <a:ext cx="4063898" cy="292608"/>
          </a:xfrm>
          <a:prstGeom prst="rect">
            <a:avLst/>
          </a:prstGeom>
          <a:noFill/>
          <a:ln>
            <a:noFill/>
          </a:ln>
        </p:spPr>
        <p:txBody>
          <a:bodyPr wrap="square" lIns="548640" tIns="0" rIns="548640" bIns="0" rtlCol="0" anchor="ctr">
            <a:noAutofit/>
          </a:bodyPr>
          <a:lstStyle/>
          <a:p>
            <a:pPr algn="l"/>
            <a:r>
              <a:rPr lang="en-US" sz="1000" b="0">
                <a:solidFill>
                  <a:schemeClr val="tx1">
                    <a:lumMod val="50000"/>
                    <a:lumOff val="50000"/>
                  </a:schemeClr>
                </a:solidFill>
              </a:rPr>
              <a:t>{author}</a:t>
            </a:r>
            <a:endParaRPr lang="en-US" sz="1000"/>
          </a:p>
        </p:txBody>
      </p:sp>
      <p:sp>
        <p:nvSpPr>
          <p:cNvPr id="21" name="Footline Title"/>
          <p:cNvSpPr/>
          <p:nvPr userDrawn="1"/>
        </p:nvSpPr>
        <p:spPr>
          <a:xfrm>
            <a:off x="4063898" y="6565392"/>
            <a:ext cx="4063898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000" b="0">
                <a:solidFill>
                  <a:schemeClr val="tx1">
                    <a:lumMod val="50000"/>
                    <a:lumOff val="50000"/>
                  </a:schemeClr>
                </a:solidFill>
              </a:rPr>
              <a:t>{short_title}</a:t>
            </a:r>
            <a:endParaRPr lang="en-US" sz="1000"/>
          </a:p>
        </p:txBody>
      </p:sp>
      <p:sp>
        <p:nvSpPr>
          <p:cNvPr id="22" name="Footline Date"/>
          <p:cNvSpPr/>
          <p:nvPr userDrawn="1"/>
        </p:nvSpPr>
        <p:spPr>
          <a:xfrm>
            <a:off x="8127797" y="6565392"/>
            <a:ext cx="4063898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000" b="0">
                <a:solidFill>
                  <a:schemeClr val="tx1">
                    <a:lumMod val="50000"/>
                    <a:lumOff val="50000"/>
                  </a:schemeClr>
                </a:solidFill>
              </a:rPr>
              <a:t>{date}</a:t>
            </a:r>
            <a:endParaRPr lang="en-US" sz="1000"/>
          </a:p>
        </p:txBody>
      </p:sp>
      <p:sp>
        <p:nvSpPr>
          <p:cNvPr id="23" name="Footline Slide Number"/>
          <p:cNvSpPr/>
          <p:nvPr userDrawn="1"/>
        </p:nvSpPr>
        <p:spPr>
          <a:xfrm>
            <a:off x="10865815" y="6565392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fld id="{7C1D2A8E-3B7F-4C11-9D35-2E4B5A6C7D8E}" type="slidenum">
              <a:rPr lang="en-US" sz="1000" b="0">
                <a:solidFill>
                  <a:schemeClr val="tx1">
                    <a:lumMod val="50000"/>
                    <a:lumOff val="50000"/>
                  </a:schemeClr>
                </a:solidFill>
              </a:rPr>
              <a:t>‹#›</a:t>
            </a:fld>
            <a:endParaRPr lang="en-US" sz="10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91440"/>
            <a:ext cx="11368735" cy="685800"/>
          </a:xfrm>
        </p:spPr>
        <p:txBody>
          <a:bodyPr/>
          <a:lstStyle/>
          <a:p>
            <a:r>
              <a:rPr lang="en-US"/>
              <a:t>Frame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188720"/>
            <a:ext cx="11094415" cy="51206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1760" y="2606040"/>
            <a:ext cx="6888175" cy="1051560"/>
          </a:xfrm>
        </p:spPr>
        <p:txBody>
          <a:bodyPr lIns="274320" rIns="274320" anchor="ctr">
            <a:normAutofit/>
          </a:bodyPr>
          <a:lstStyle>
            <a:lvl1pPr algn="ctr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Section Subtitle"/>
          <p:cNvSpPr>
            <a:spLocks noGrp="1"/>
          </p:cNvSpPr>
          <p:nvPr>
            <p:ph type="body" idx="1"/>
          </p:nvPr>
        </p:nvSpPr>
        <p:spPr>
          <a:xfrm>
            <a:off x="2651760" y="3794760"/>
            <a:ext cx="6888175" cy="548640"/>
          </a:xfrm>
        </p:spPr>
        <p:txBody>
          <a:bodyPr anchor="t"/>
          <a:lstStyle>
            <a:lvl1pPr algn="ctr"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/>
              <a:t>Optional subtitle</a:t>
            </a:r>
          </a:p>
        </p:txBody>
      </p:sp>
      <p:sp>
        <p:nvSpPr>
          <p:cNvPr id="20" name="Footline Author"/>
          <p:cNvSpPr/>
          <p:nvPr userDrawn="1"/>
        </p:nvSpPr>
        <p:spPr>
          <a:xfrm>
            <a:off x="0" y="6565392"/>
            <a:ext cx="4063898" cy="292608"/>
          </a:xfrm>
          <a:prstGeom prst="rect">
            <a:avLst/>
          </a:prstGeom>
          <a:noFill/>
          <a:ln>
            <a:noFill/>
          </a:ln>
        </p:spPr>
        <p:txBody>
          <a:bodyPr wrap="square" lIns="548640" tIns="0" rIns="548640" bIns="0" rtlCol="0" anchor="ctr">
            <a:noAutofit/>
          </a:bodyPr>
          <a:lstStyle/>
          <a:p>
            <a:pPr algn="l"/>
            <a:r>
              <a:rPr lang="en-US" sz="1000" b="0">
                <a:solidFill>
                  <a:schemeClr val="tx1">
                    <a:lumMod val="50000"/>
                    <a:lumOff val="50000"/>
                  </a:schemeClr>
                </a:solidFill>
              </a:rPr>
              <a:t>{author}</a:t>
            </a:r>
            <a:endParaRPr lang="en-US" sz="1000"/>
          </a:p>
        </p:txBody>
      </p:sp>
      <p:sp>
        <p:nvSpPr>
          <p:cNvPr id="21" name="Footline Title"/>
          <p:cNvSpPr/>
          <p:nvPr userDrawn="1"/>
        </p:nvSpPr>
        <p:spPr>
          <a:xfrm>
            <a:off x="4063898" y="6565392"/>
            <a:ext cx="4063898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000" b="0">
                <a:solidFill>
                  <a:schemeClr val="tx1">
                    <a:lumMod val="50000"/>
                    <a:lumOff val="50000"/>
                  </a:schemeClr>
                </a:solidFill>
              </a:rPr>
              <a:t>{short_title}</a:t>
            </a:r>
            <a:endParaRPr lang="en-US" sz="1000"/>
          </a:p>
        </p:txBody>
      </p:sp>
      <p:sp>
        <p:nvSpPr>
          <p:cNvPr id="22" name="Footline Date"/>
          <p:cNvSpPr/>
          <p:nvPr userDrawn="1"/>
        </p:nvSpPr>
        <p:spPr>
          <a:xfrm>
            <a:off x="8127797" y="6565392"/>
            <a:ext cx="4063898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000" b="0">
                <a:solidFill>
                  <a:schemeClr val="tx1">
                    <a:lumMod val="50000"/>
                    <a:lumOff val="50000"/>
                  </a:schemeClr>
                </a:solidFill>
              </a:rPr>
              <a:t>{date}</a:t>
            </a:r>
            <a:endParaRPr lang="en-US" sz="1000"/>
          </a:p>
        </p:txBody>
      </p:sp>
      <p:sp>
        <p:nvSpPr>
          <p:cNvPr id="23" name="Footline Slide Number"/>
          <p:cNvSpPr/>
          <p:nvPr userDrawn="1"/>
        </p:nvSpPr>
        <p:spPr>
          <a:xfrm>
            <a:off x="10865815" y="6565392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fld id="{7C1D2A8E-3B7F-4C11-9D35-2E4B5A6C7D8E}" type="slidenum">
              <a:rPr lang="en-US" sz="1000" b="0">
                <a:solidFill>
                  <a:schemeClr val="tx1">
                    <a:lumMod val="50000"/>
                    <a:lumOff val="50000"/>
                  </a:schemeClr>
                </a:solidFill>
              </a:rPr>
              <a:t>‹#›</a:t>
            </a:fld>
            <a:endParaRPr lang="en-US" sz="10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91440"/>
            <a:ext cx="11368735" cy="685800"/>
          </a:xfrm>
        </p:spPr>
        <p:txBody>
          <a:bodyPr/>
          <a:lstStyle/>
          <a:p>
            <a:r>
              <a:rPr lang="en-US"/>
              <a:t>Frame Title</a:t>
            </a:r>
          </a:p>
        </p:txBody>
      </p:sp>
      <p:sp>
        <p:nvSpPr>
          <p:cNvPr id="3" name="Content Placeholder Left"/>
          <p:cNvSpPr>
            <a:spLocks noGrp="1"/>
          </p:cNvSpPr>
          <p:nvPr>
            <p:ph sz="half" idx="1"/>
          </p:nvPr>
        </p:nvSpPr>
        <p:spPr>
          <a:xfrm>
            <a:off x="548640" y="1188720"/>
            <a:ext cx="5364328" cy="51206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Right"/>
          <p:cNvSpPr>
            <a:spLocks noGrp="1"/>
          </p:cNvSpPr>
          <p:nvPr>
            <p:ph sz="half" idx="2"/>
          </p:nvPr>
        </p:nvSpPr>
        <p:spPr>
          <a:xfrm>
            <a:off x="6278728" y="1188720"/>
            <a:ext cx="5364328" cy="51206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91440"/>
            <a:ext cx="11368735" cy="685800"/>
          </a:xfrm>
        </p:spPr>
        <p:txBody>
          <a:bodyPr/>
          <a:lstStyle/>
          <a:p>
            <a:r>
              <a:rPr lang="en-US"/>
              <a:t>Frame Title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line Author"/>
          <p:cNvSpPr/>
          <p:nvPr userDrawn="1"/>
        </p:nvSpPr>
        <p:spPr>
          <a:xfrm>
            <a:off x="0" y="6565392"/>
            <a:ext cx="4063898" cy="292608"/>
          </a:xfrm>
          <a:prstGeom prst="rect">
            <a:avLst/>
          </a:prstGeom>
          <a:noFill/>
          <a:ln>
            <a:noFill/>
          </a:ln>
        </p:spPr>
        <p:txBody>
          <a:bodyPr wrap="square" lIns="548640" tIns="0" rIns="548640" bIns="0" rtlCol="0" anchor="ctr">
            <a:noAutofit/>
          </a:bodyPr>
          <a:lstStyle/>
          <a:p>
            <a:pPr algn="l"/>
            <a:r>
              <a:rPr lang="en-US" sz="1000" b="0">
                <a:solidFill>
                  <a:schemeClr val="tx1">
                    <a:lumMod val="50000"/>
                    <a:lumOff val="50000"/>
                  </a:schemeClr>
                </a:solidFill>
              </a:rPr>
              <a:t>{author}</a:t>
            </a:r>
            <a:endParaRPr lang="en-US" sz="1000"/>
          </a:p>
        </p:txBody>
      </p:sp>
      <p:sp>
        <p:nvSpPr>
          <p:cNvPr id="12" name="Footline Title"/>
          <p:cNvSpPr/>
          <p:nvPr userDrawn="1"/>
        </p:nvSpPr>
        <p:spPr>
          <a:xfrm>
            <a:off x="4063898" y="6565392"/>
            <a:ext cx="4063898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000" b="0">
                <a:solidFill>
                  <a:schemeClr val="tx1">
                    <a:lumMod val="50000"/>
                    <a:lumOff val="50000"/>
                  </a:schemeClr>
                </a:solidFill>
              </a:rPr>
              <a:t>{short_title}</a:t>
            </a:r>
            <a:endParaRPr lang="en-US" sz="1000"/>
          </a:p>
        </p:txBody>
      </p:sp>
      <p:sp>
        <p:nvSpPr>
          <p:cNvPr id="13" name="Footline Date"/>
          <p:cNvSpPr/>
          <p:nvPr userDrawn="1"/>
        </p:nvSpPr>
        <p:spPr>
          <a:xfrm>
            <a:off x="8127797" y="6565392"/>
            <a:ext cx="4063898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000" b="0">
                <a:solidFill>
                  <a:schemeClr val="tx1">
                    <a:lumMod val="50000"/>
                    <a:lumOff val="50000"/>
                  </a:schemeClr>
                </a:solidFill>
              </a:rPr>
              <a:t>{date}</a:t>
            </a:r>
            <a:endParaRPr lang="en-US" sz="1000"/>
          </a:p>
        </p:txBody>
      </p:sp>
      <p:sp>
        <p:nvSpPr>
          <p:cNvPr id="14" name="Footline Slide Number"/>
          <p:cNvSpPr/>
          <p:nvPr userDrawn="1"/>
        </p:nvSpPr>
        <p:spPr>
          <a:xfrm>
            <a:off x="10865815" y="6565392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fld id="{7C1D2A8E-3B7F-4C11-9D35-2E4B5A6C7D8E}" type="slidenum">
              <a:rPr lang="en-US" sz="1000" b="0">
                <a:solidFill>
                  <a:schemeClr val="tx1">
                    <a:lumMod val="50000"/>
                    <a:lumOff val="50000"/>
                  </a:schemeClr>
                </a:solidFill>
              </a:rPr>
              <a:t>‹#›</a:t>
            </a:fld>
            <a:endParaRPr lang="en-US" sz="10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1480" y="91440"/>
            <a:ext cx="11368735" cy="685800"/>
          </a:xfrm>
        </p:spPr>
        <p:txBody>
          <a:bodyPr vert="horz" lIns="91440" tIns="0" rIns="9144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188720"/>
            <a:ext cx="11094415" cy="51206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10896" indent="-310896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SzPct val="70000"/>
        <a:buFont typeface="Arial" panose="020B0604020202020204"/>
        <a:buChar char="►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76656" indent="-274320" algn="l" defTabSz="914400" rtl="0" eaLnBrk="1" latinLnBrk="0" hangingPunct="1">
        <a:lnSpc>
          <a:spcPct val="100000"/>
        </a:lnSpc>
        <a:spcBef>
          <a:spcPts val="400"/>
        </a:spcBef>
        <a:buClr>
          <a:schemeClr val="accent1"/>
        </a:buClr>
        <a:buSzPct val="100000"/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defTabSz="914400" rtl="0" eaLnBrk="1" latinLnBrk="0" hangingPunct="1">
        <a:lnSpc>
          <a:spcPct val="100000"/>
        </a:lnSpc>
        <a:spcBef>
          <a:spcPts val="300"/>
        </a:spcBef>
        <a:buClr>
          <a:schemeClr val="accent1"/>
        </a:buClr>
        <a:buSzPct val="100000"/>
        <a:buFont typeface="Arial" panose="020B0604020202020204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25880" indent="-237744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237744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Arial" panose="020B0604020202020204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965960" indent="-237744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286000" indent="-237744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606040" indent="-237744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37744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/>
              <a:t>Beamer-style PowerPoint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Layout preview - these slides are removed when ppt-templated builds a deck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Author Name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Institute / Department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Section Header layout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Used for layout: section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Title and Content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Frame title at the top; body text in the master bullet style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/>
            <a:r>
              <a:rPr/>
              <a:t>Footline text comes from tokens such as {author} in the Slide Master</a:t>
            </a:r>
          </a:p>
          <a:p>
            <a:pPr/>
            <a:r>
              <a:rPr/>
              <a:t>Edit colours in Design &gt; Variants &gt; Colors, fonts in Variants &gt; Fonts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Two Content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rPr/>
              <a:t>Left column</a:t>
            </a:r>
          </a:p>
          <a:p>
            <a:pPr lvl="1"/>
            <a:r>
              <a:rPr/>
              <a:t>Detail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rPr/>
              <a:t>Right column</a:t>
            </a:r>
          </a:p>
          <a:p>
            <a:pPr lvl="1"/>
            <a:r>
              <a:rPr/>
              <a:t>Detail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Title Only layout - generated blocks</a:t>
            </a:r>
          </a:p>
        </p:txBody>
      </p:sp>
      <p:grpSp>
        <p:nvGrpSpPr>
          <p:cNvPr id="5" name="Block: Block"/>
          <p:cNvGrpSpPr/>
          <p:nvPr/>
        </p:nvGrpSpPr>
        <p:grpSpPr>
          <a:xfrm>
            <a:off x="548640" y="3045187"/>
            <a:ext cx="3454298" cy="1407706"/>
            <a:chOff x="548640" y="3045187"/>
            <a:chExt cx="3454298" cy="1407706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3045187"/>
              <a:ext cx="3454298" cy="1407706"/>
            </a:xfrm>
            <a:prstGeom prst="roundRect">
              <a:avLst>
                <a:gd name="adj" fmla="val 5846"/>
              </a:avLst>
            </a:prstGeom>
            <a:solidFill>
              <a:schemeClr val="accent1">
                <a:lumMod val="15000"/>
                <a:lumOff val="85000"/>
              </a:schemeClr>
            </a:solidFill>
            <a:ln>
              <a:noFill/>
            </a:ln>
          </p:spPr>
          <p:txBody>
            <a:bodyPr rtlCol="0" anchor="t" wrap="square" lIns="137160" rIns="137160" tIns="556298" bIns="73152">
              <a:noAutofit/>
            </a:bodyPr>
            <a:lstStyle>
              <a:lvl1pPr marL="310896" indent="-310896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1"/>
                </a:buClr>
                <a:buSzPct val="70000"/>
                <a:buFont typeface="Arial" panose="020B0604020202020204"/>
                <a:buChar char="►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76656" indent="-274320" algn="l" defTabSz="914400" rtl="0" eaLnBrk="1" latinLnBrk="0" hangingPunct="1">
                <a:lnSpc>
                  <a:spcPct val="100000"/>
                </a:lnSpc>
                <a:spcBef>
                  <a:spcPts val="4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05840" indent="-256032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258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4592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6596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600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0604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260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marL="0" indent="0">
                <a:buNone/>
              </a:pPr>
              <a:r>
                <a:rPr sz="1980">
                  <a:solidFill>
                    <a:schemeClr val="tx1"/>
                  </a:solidFill>
                </a:rPr>
                <a:t>Copy these groups onto your own slides.</a:t>
              </a:r>
            </a:p>
          </p:txBody>
        </p:sp>
        <p:sp>
          <p:nvSpPr>
            <p:cNvPr id="4" name="Round Same Side Corner Rectangle 3"/>
            <p:cNvSpPr/>
            <p:nvPr/>
          </p:nvSpPr>
          <p:spPr>
            <a:xfrm>
              <a:off x="548640" y="3045187"/>
              <a:ext cx="3454298" cy="483146"/>
            </a:xfrm>
            <a:prstGeom prst="round2SameRect">
              <a:avLst>
                <a:gd name="adj1" fmla="val 17033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137160" rIns="137160" tIns="18288" bIns="18288"/>
            <a:lstStyle/>
            <a:p>
              <a:pPr algn="l"/>
              <a:r>
                <a:rPr sz="2079" b="1">
                  <a:solidFill>
                    <a:schemeClr val="bg1"/>
                  </a:solidFill>
                </a:rPr>
                <a:t>Block</a:t>
              </a:r>
            </a:p>
          </p:txBody>
        </p:sp>
      </p:grpSp>
      <p:grpSp>
        <p:nvGrpSpPr>
          <p:cNvPr id="8" name="Alertblock: Alert block"/>
          <p:cNvGrpSpPr/>
          <p:nvPr/>
        </p:nvGrpSpPr>
        <p:grpSpPr>
          <a:xfrm>
            <a:off x="4368698" y="3045187"/>
            <a:ext cx="3454298" cy="1407706"/>
            <a:chOff x="4368698" y="3045187"/>
            <a:chExt cx="3454298" cy="1407706"/>
          </a:xfrm>
        </p:grpSpPr>
        <p:sp>
          <p:nvSpPr>
            <p:cNvPr id="6" name="Rounded Rectangle 5"/>
            <p:cNvSpPr/>
            <p:nvPr/>
          </p:nvSpPr>
          <p:spPr>
            <a:xfrm>
              <a:off x="4368698" y="3045187"/>
              <a:ext cx="3454298" cy="1407706"/>
            </a:xfrm>
            <a:prstGeom prst="roundRect">
              <a:avLst>
                <a:gd name="adj" fmla="val 5846"/>
              </a:avLst>
            </a:prstGeom>
            <a:solidFill>
              <a:schemeClr val="accent2">
                <a:lumMod val="15000"/>
                <a:lumOff val="85000"/>
              </a:schemeClr>
            </a:solidFill>
            <a:ln>
              <a:noFill/>
            </a:ln>
          </p:spPr>
          <p:txBody>
            <a:bodyPr rtlCol="0" anchor="t" wrap="square" lIns="137160" rIns="137160" tIns="556298" bIns="73152">
              <a:noAutofit/>
            </a:bodyPr>
            <a:lstStyle>
              <a:lvl1pPr marL="310896" indent="-310896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1"/>
                </a:buClr>
                <a:buSzPct val="70000"/>
                <a:buFont typeface="Arial" panose="020B0604020202020204"/>
                <a:buChar char="►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76656" indent="-274320" algn="l" defTabSz="914400" rtl="0" eaLnBrk="1" latinLnBrk="0" hangingPunct="1">
                <a:lnSpc>
                  <a:spcPct val="100000"/>
                </a:lnSpc>
                <a:spcBef>
                  <a:spcPts val="4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05840" indent="-256032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258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4592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6596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600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0604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260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marL="0" indent="0">
                <a:buNone/>
              </a:pPr>
              <a:r>
                <a:rPr sz="1980">
                  <a:solidFill>
                    <a:schemeClr val="tx1"/>
                  </a:solidFill>
                </a:rPr>
                <a:t>Uses accent 2 of the theme.</a:t>
              </a:r>
            </a:p>
          </p:txBody>
        </p:sp>
        <p:sp>
          <p:nvSpPr>
            <p:cNvPr id="7" name="Round Same Side Corner Rectangle 6"/>
            <p:cNvSpPr/>
            <p:nvPr/>
          </p:nvSpPr>
          <p:spPr>
            <a:xfrm>
              <a:off x="4368698" y="3045187"/>
              <a:ext cx="3454298" cy="483146"/>
            </a:xfrm>
            <a:prstGeom prst="round2SameRect">
              <a:avLst>
                <a:gd name="adj1" fmla="val 17033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137160" rIns="137160" tIns="18288" bIns="18288"/>
            <a:lstStyle/>
            <a:p>
              <a:pPr algn="l"/>
              <a:r>
                <a:rPr sz="2079" b="1">
                  <a:solidFill>
                    <a:schemeClr val="bg1"/>
                  </a:solidFill>
                </a:rPr>
                <a:t>Alert block</a:t>
              </a:r>
            </a:p>
          </p:txBody>
        </p:sp>
      </p:grpSp>
      <p:grpSp>
        <p:nvGrpSpPr>
          <p:cNvPr id="11" name="Exampleblock: Example block"/>
          <p:cNvGrpSpPr/>
          <p:nvPr/>
        </p:nvGrpSpPr>
        <p:grpSpPr>
          <a:xfrm>
            <a:off x="8188757" y="3045187"/>
            <a:ext cx="3454298" cy="1407706"/>
            <a:chOff x="8188757" y="3045187"/>
            <a:chExt cx="3454298" cy="1407706"/>
          </a:xfrm>
        </p:grpSpPr>
        <p:sp>
          <p:nvSpPr>
            <p:cNvPr id="9" name="Rounded Rectangle 8"/>
            <p:cNvSpPr/>
            <p:nvPr/>
          </p:nvSpPr>
          <p:spPr>
            <a:xfrm>
              <a:off x="8188757" y="3045187"/>
              <a:ext cx="3454298" cy="1407706"/>
            </a:xfrm>
            <a:prstGeom prst="roundRect">
              <a:avLst>
                <a:gd name="adj" fmla="val 5846"/>
              </a:avLst>
            </a:prstGeom>
            <a:solidFill>
              <a:schemeClr val="accent3">
                <a:lumMod val="15000"/>
                <a:lumOff val="85000"/>
              </a:schemeClr>
            </a:solidFill>
            <a:ln>
              <a:noFill/>
            </a:ln>
          </p:spPr>
          <p:txBody>
            <a:bodyPr rtlCol="0" anchor="t" wrap="square" lIns="137160" rIns="137160" tIns="556298" bIns="73152">
              <a:noAutofit/>
            </a:bodyPr>
            <a:lstStyle>
              <a:lvl1pPr marL="310896" indent="-310896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1"/>
                </a:buClr>
                <a:buSzPct val="70000"/>
                <a:buFont typeface="Arial" panose="020B0604020202020204"/>
                <a:buChar char="►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76656" indent="-274320" algn="l" defTabSz="914400" rtl="0" eaLnBrk="1" latinLnBrk="0" hangingPunct="1">
                <a:lnSpc>
                  <a:spcPct val="100000"/>
                </a:lnSpc>
                <a:spcBef>
                  <a:spcPts val="4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05840" indent="-256032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258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4592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6596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600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0604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260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marL="0" indent="0">
                <a:buNone/>
              </a:pPr>
              <a:r>
                <a:rPr sz="1980">
                  <a:solidFill>
                    <a:schemeClr val="tx1"/>
                  </a:solidFill>
                </a:rPr>
                <a:t>Uses accent 3 of the theme.</a:t>
              </a:r>
            </a:p>
          </p:txBody>
        </p:sp>
        <p:sp>
          <p:nvSpPr>
            <p:cNvPr id="10" name="Round Same Side Corner Rectangle 9"/>
            <p:cNvSpPr/>
            <p:nvPr/>
          </p:nvSpPr>
          <p:spPr>
            <a:xfrm>
              <a:off x="8188757" y="3045187"/>
              <a:ext cx="3454298" cy="483146"/>
            </a:xfrm>
            <a:prstGeom prst="round2SameRect">
              <a:avLst>
                <a:gd name="adj1" fmla="val 17033"/>
                <a:gd name="adj2" fmla="val 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rtlCol="0" anchor="ctr" wrap="square" lIns="137160" rIns="137160" tIns="18288" bIns="18288"/>
            <a:lstStyle/>
            <a:p>
              <a:pPr algn="l"/>
              <a:r>
                <a:rPr sz="2079" b="1">
                  <a:solidFill>
                    <a:schemeClr val="bg1"/>
                  </a:solidFill>
                </a:rPr>
                <a:t>Example block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55696"/>
            <a:ext cx="11094415" cy="546608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>
            <a:lvl1pPr marL="310896" indent="-310896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Pct val="70000"/>
              <a:buFont typeface="Arial" panose="020B0604020202020204"/>
              <a:buChar char="►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76656" indent="-27432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258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592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6596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600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0604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2200"/>
              <a:t>Blank layout (Beamer [plain] frame)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amer Classic (default-theme-inspired)">
  <a:themeElements>
    <a:clrScheme name="Beamer Classic (default-theme-inspired)">
      <a:dk1>
        <a:srgbClr val="000000"/>
      </a:dk1>
      <a:lt1>
        <a:srgbClr val="FFFFFF"/>
      </a:lt1>
      <a:dk2>
        <a:srgbClr val="1A1A5E"/>
      </a:dk2>
      <a:lt2>
        <a:srgbClr val="EBEBF7"/>
      </a:lt2>
      <a:accent1>
        <a:srgbClr val="3333B3"/>
      </a:accent1>
      <a:accent2>
        <a:srgbClr val="C00000"/>
      </a:accent2>
      <a:accent3>
        <a:srgbClr val="1B7A1B"/>
      </a:accent3>
      <a:accent4>
        <a:srgbClr val="E69F00"/>
      </a:accent4>
      <a:accent5>
        <a:srgbClr val="3E9BD6"/>
      </a:accent5>
      <a:accent6>
        <a:srgbClr val="7A7A8C"/>
      </a:accent6>
      <a:hlink>
        <a:srgbClr val="3333B3"/>
      </a:hlink>
      <a:folHlink>
        <a:srgbClr val="6A3DB8"/>
      </a:folHlink>
    </a:clrScheme>
    <a:fontScheme name="Beamer Classic (default-theme-inspired)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{title}</dc:title>
  <dc:subject/>
  <dc:creator>{author}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