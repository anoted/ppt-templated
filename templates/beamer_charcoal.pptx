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Bar"/>
          <p:cNvSpPr/>
          <p:nvPr userDrawn="1"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{short_title}</a:t>
            </a:r>
            <a:endParaRPr lang="en-US" sz="11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70000"/>
        <a:buFont typeface="Arial" panose="020B0604020202020204"/>
        <a:buChar char="►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Layout preview - these slides are removed when ppt-templated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Author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Institute /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Used for 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Frame title at the top; body text in the master bullet style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/>
            <a:r>
              <a:rPr/>
              <a:t>Footline text comes from tokens such as {author} in the Slide Master</a:t>
            </a:r>
          </a:p>
          <a:p>
            <a:pPr/>
            <a:r>
              <a:rPr/>
              <a:t>Edit colours in Design &gt; Variants &gt; Colors, fonts in Variants &gt; Fonts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/>
              <a:t>Left column</a:t>
            </a:r>
          </a:p>
          <a:p>
            <a:pPr lvl="1"/>
            <a:r>
              <a:rPr/>
              <a:t>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/>
              <a:t>Right column</a:t>
            </a:r>
          </a:p>
          <a:p>
            <a:pPr lvl="1"/>
            <a:r>
              <a:rPr/>
              <a:t>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Only layout - generated blocks</a:t>
            </a:r>
          </a:p>
        </p:txBody>
      </p:sp>
      <p:grpSp>
        <p:nvGrpSpPr>
          <p:cNvPr id="5" name="Block: Block"/>
          <p:cNvGrpSpPr/>
          <p:nvPr/>
        </p:nvGrpSpPr>
        <p:grpSpPr>
          <a:xfrm>
            <a:off x="548640" y="3045187"/>
            <a:ext cx="3454298" cy="1407706"/>
            <a:chOff x="548640" y="3045187"/>
            <a:chExt cx="3454298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Copy these groups onto your own slides.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Block</a:t>
              </a:r>
            </a:p>
          </p:txBody>
        </p:sp>
      </p:grpSp>
      <p:grpSp>
        <p:nvGrpSpPr>
          <p:cNvPr id="8" name="Alertblock: Alert block"/>
          <p:cNvGrpSpPr/>
          <p:nvPr/>
        </p:nvGrpSpPr>
        <p:grpSpPr>
          <a:xfrm>
            <a:off x="4368698" y="3045187"/>
            <a:ext cx="3454298" cy="1407706"/>
            <a:chOff x="4368698" y="3045187"/>
            <a:chExt cx="3454298" cy="1407706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2 of the theme.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Alert block</a:t>
              </a:r>
            </a:p>
          </p:txBody>
        </p:sp>
      </p:grpSp>
      <p:grpSp>
        <p:nvGrpSpPr>
          <p:cNvPr id="11" name="Exampleblock: Example block"/>
          <p:cNvGrpSpPr/>
          <p:nvPr/>
        </p:nvGrpSpPr>
        <p:grpSpPr>
          <a:xfrm>
            <a:off x="8188757" y="3045187"/>
            <a:ext cx="3454298" cy="1407706"/>
            <a:chOff x="8188757" y="3045187"/>
            <a:chExt cx="3454298" cy="1407706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3 of the theme.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 block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556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/>
              <a:t>Blank layout (Beamer [plain]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 Charcoal (Metropolis-inspired)">
  <a:themeElements>
    <a:clrScheme name="Beamer Charcoal (Metropolis-inspired)">
      <a:dk1>
        <a:srgbClr val="23373B"/>
      </a:dk1>
      <a:lt1>
        <a:srgbClr val="FFFFFF"/>
      </a:lt1>
      <a:dk2>
        <a:srgbClr val="23373B"/>
      </a:dk2>
      <a:lt2>
        <a:srgbClr val="EEF1F2"/>
      </a:lt2>
      <a:accent1>
        <a:srgbClr val="23373B"/>
      </a:accent1>
      <a:accent2>
        <a:srgbClr val="EB811B"/>
      </a:accent2>
      <a:accent3>
        <a:srgbClr val="14B03D"/>
      </a:accent3>
      <a:accent4>
        <a:srgbClr val="4A8FA3"/>
      </a:accent4>
      <a:accent5>
        <a:srgbClr val="A3B6BA"/>
      </a:accent5>
      <a:accent6>
        <a:srgbClr val="B8860B"/>
      </a:accent6>
      <a:hlink>
        <a:srgbClr val="EB811B"/>
      </a:hlink>
      <a:folHlink>
        <a:srgbClr val="B5651D"/>
      </a:folHlink>
    </a:clrScheme>
    <a:fontScheme name="Beamer Charcoal (Metropolis-inspired)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subject/>
  <dc:creator>{author}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