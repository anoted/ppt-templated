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280160"/>
            <a:ext cx="10545775" cy="1463040"/>
          </a:xfrm>
        </p:spPr>
        <p:txBody>
          <a:bodyPr lIns="0" rIns="0"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0" name="Title Accent"/>
          <p:cNvSpPr/>
          <p:nvPr userDrawn="1"/>
        </p:nvSpPr>
        <p:spPr>
          <a:xfrm>
            <a:off x="822960" y="2852928"/>
            <a:ext cx="118872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035808"/>
            <a:ext cx="10545775" cy="548640"/>
          </a:xfrm>
        </p:spPr>
        <p:txBody>
          <a:bodyPr lIns="0" anchor="t"/>
          <a:lstStyle>
            <a:lvl1pPr algn="l" marL="0" indent="0">
              <a:buNone/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4" name="Author"/>
          <p:cNvSpPr>
            <a:spLocks noGrp="1"/>
          </p:cNvSpPr>
          <p:nvPr>
            <p:ph type="body" sz="quarter" idx="13"/>
          </p:nvPr>
        </p:nvSpPr>
        <p:spPr>
          <a:xfrm>
            <a:off x="822960" y="3749040"/>
            <a:ext cx="10545775" cy="457200"/>
          </a:xfrm>
        </p:spPr>
        <p:txBody>
          <a:bodyPr lIns="0" anchor="ctr"/>
          <a:lstStyle>
            <a:lvl1pPr algn="l" marL="0" indent="0">
              <a:buNone/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Name</a:t>
            </a:r>
          </a:p>
        </p:txBody>
      </p:sp>
      <p:sp>
        <p:nvSpPr>
          <p:cNvPr id="5" name="Institute"/>
          <p:cNvSpPr>
            <a:spLocks noGrp="1"/>
          </p:cNvSpPr>
          <p:nvPr>
            <p:ph type="body" sz="quarter" idx="14"/>
          </p:nvPr>
        </p:nvSpPr>
        <p:spPr>
          <a:xfrm>
            <a:off x="822960" y="4206240"/>
            <a:ext cx="10545775" cy="457200"/>
          </a:xfrm>
        </p:spPr>
        <p:txBody>
          <a:bodyPr lIns="0" anchor="ctr"/>
          <a:lstStyle>
            <a:lvl1pPr algn="l"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Institute</a:t>
            </a:r>
          </a:p>
        </p:txBody>
      </p:sp>
      <p:sp>
        <p:nvSpPr>
          <p:cNvPr id="6" name="Date"/>
          <p:cNvSpPr>
            <a:spLocks noGrp="1"/>
          </p:cNvSpPr>
          <p:nvPr>
            <p:ph type="body" sz="quarter" idx="15"/>
          </p:nvPr>
        </p:nvSpPr>
        <p:spPr>
          <a:xfrm>
            <a:off x="822960" y="4617720"/>
            <a:ext cx="10545775" cy="411480"/>
          </a:xfrm>
        </p:spPr>
        <p:txBody>
          <a:bodyPr lIns="0" anchor="ctr"/>
          <a:lstStyle>
            <a:lvl1pPr algn="l"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0" tIns="0" rIns="548640" bIns="0" rtlCol="0" anchor="ctr">
            <a:noAutofit/>
          </a:bodyPr>
          <a:lstStyle/>
          <a:p>
            <a:pPr algn="l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{author}</a:t>
            </a:r>
            <a:endParaRPr lang="en-US" sz="10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{short_title}</a:t>
            </a:r>
            <a:endParaRPr lang="en-US" sz="10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{date}</a:t>
            </a:r>
            <a:endParaRPr lang="en-US" sz="10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086581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endParaRPr lang="en-US" sz="10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188720"/>
            <a:ext cx="11094415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011680"/>
            <a:ext cx="10545775" cy="1325880"/>
          </a:xfrm>
        </p:spPr>
        <p:txBody>
          <a:bodyPr lIns="0" rIns="0" anchor="b"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0" name="Title Accent"/>
          <p:cNvSpPr/>
          <p:nvPr userDrawn="1"/>
        </p:nvSpPr>
        <p:spPr>
          <a:xfrm>
            <a:off x="822960" y="3447288"/>
            <a:ext cx="118872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3" name="Section Subtitle"/>
          <p:cNvSpPr>
            <a:spLocks noGrp="1"/>
          </p:cNvSpPr>
          <p:nvPr>
            <p:ph type="body" idx="1"/>
          </p:nvPr>
        </p:nvSpPr>
        <p:spPr>
          <a:xfrm>
            <a:off x="822960" y="3630168"/>
            <a:ext cx="10545775" cy="548640"/>
          </a:xfrm>
        </p:spPr>
        <p:txBody>
          <a:bodyPr lIns="0" anchor="t"/>
          <a:lstStyle>
            <a:lvl1pPr algn="l"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Optional subtitle</a:t>
            </a:r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0" tIns="0" rIns="548640" bIns="0" rtlCol="0" anchor="ctr">
            <a:noAutofit/>
          </a:bodyPr>
          <a:lstStyle/>
          <a:p>
            <a:pPr algn="l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{author}</a:t>
            </a:r>
            <a:endParaRPr lang="en-US" sz="10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{short_title}</a:t>
            </a:r>
            <a:endParaRPr lang="en-US" sz="10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{date}</a:t>
            </a:r>
            <a:endParaRPr lang="en-US" sz="10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086581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endParaRPr lang="en-US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sz="half" idx="1"/>
          </p:nvPr>
        </p:nvSpPr>
        <p:spPr>
          <a:xfrm>
            <a:off x="548640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Right"/>
          <p:cNvSpPr>
            <a:spLocks noGrp="1"/>
          </p:cNvSpPr>
          <p:nvPr>
            <p:ph sz="half" idx="2"/>
          </p:nvPr>
        </p:nvSpPr>
        <p:spPr>
          <a:xfrm>
            <a:off x="6278728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Title Rule"/>
          <p:cNvSpPr/>
          <p:nvPr userDrawn="1"/>
        </p:nvSpPr>
        <p:spPr>
          <a:xfrm>
            <a:off x="548640" y="841248"/>
            <a:ext cx="11094415" cy="12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16" name="Frame Title Accent"/>
          <p:cNvSpPr/>
          <p:nvPr userDrawn="1"/>
        </p:nvSpPr>
        <p:spPr>
          <a:xfrm>
            <a:off x="548640" y="804672"/>
            <a:ext cx="1097280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11" name="Footline Author"/>
          <p:cNvSpPr/>
          <p:nvPr userDrawn="1"/>
        </p:nvSpPr>
        <p:spPr>
          <a:xfrm>
            <a:off x="0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0" tIns="0" rIns="548640" bIns="0" rtlCol="0" anchor="ctr">
            <a:noAutofit/>
          </a:bodyPr>
          <a:lstStyle/>
          <a:p>
            <a:pPr algn="l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{author}</a:t>
            </a:r>
            <a:endParaRPr lang="en-US" sz="1000"/>
          </a:p>
        </p:txBody>
      </p:sp>
      <p:sp>
        <p:nvSpPr>
          <p:cNvPr id="12" name="Footline Title"/>
          <p:cNvSpPr/>
          <p:nvPr userDrawn="1"/>
        </p:nvSpPr>
        <p:spPr>
          <a:xfrm>
            <a:off x="4063898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{short_title}</a:t>
            </a:r>
            <a:endParaRPr lang="en-US" sz="1000"/>
          </a:p>
        </p:txBody>
      </p:sp>
      <p:sp>
        <p:nvSpPr>
          <p:cNvPr id="13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{date}</a:t>
            </a:r>
            <a:endParaRPr lang="en-US" sz="1000"/>
          </a:p>
        </p:txBody>
      </p:sp>
      <p:sp>
        <p:nvSpPr>
          <p:cNvPr id="14" name="Footline Slide Number"/>
          <p:cNvSpPr/>
          <p:nvPr userDrawn="1"/>
        </p:nvSpPr>
        <p:spPr>
          <a:xfrm>
            <a:off x="1086581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endParaRPr lang="en-US" sz="10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 vert="horz" lIns="91440" tIns="0" rIns="9144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188720"/>
            <a:ext cx="11094415" cy="5120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0896" indent="-31089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SzPct val="100000"/>
        <a:buFont typeface="Arial" panose="020B0604020202020204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76656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100000"/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100000"/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8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6596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00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60604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Beamer-style PowerPoint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Layout preview - these slides are removed when ppt-templated builds a deck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Author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Institute / Department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Section Header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Used for layout: 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Title and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Frame title at the top; body text in the master bullet style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/>
            <a:r>
              <a:rPr/>
              <a:t>Footline text comes from tokens such as {author} in the Slide Master</a:t>
            </a:r>
          </a:p>
          <a:p>
            <a:pPr/>
            <a:r>
              <a:rPr/>
              <a:t>Edit colours in Design &gt; Variants &gt; Colors, fonts in Variants &gt; Fonts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Two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/>
              <a:t>Left column</a:t>
            </a:r>
          </a:p>
          <a:p>
            <a:pPr lvl="1"/>
            <a:r>
              <a:rPr/>
              <a:t>Detail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rPr/>
              <a:t>Right column</a:t>
            </a:r>
          </a:p>
          <a:p>
            <a:pPr lvl="1"/>
            <a:r>
              <a:rPr/>
              <a:t>Detail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Title Only layout - generated blocks</a:t>
            </a:r>
          </a:p>
        </p:txBody>
      </p:sp>
      <p:grpSp>
        <p:nvGrpSpPr>
          <p:cNvPr id="5" name="Block: Block"/>
          <p:cNvGrpSpPr/>
          <p:nvPr/>
        </p:nvGrpSpPr>
        <p:grpSpPr>
          <a:xfrm>
            <a:off x="548640" y="3045187"/>
            <a:ext cx="3454298" cy="1407706"/>
            <a:chOff x="548640" y="3045187"/>
            <a:chExt cx="3454298" cy="1407706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1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Copy these groups onto your own slides.</a:t>
              </a:r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548640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Block</a:t>
              </a:r>
            </a:p>
          </p:txBody>
        </p:sp>
      </p:grpSp>
      <p:grpSp>
        <p:nvGrpSpPr>
          <p:cNvPr id="8" name="Alertblock: Alert block"/>
          <p:cNvGrpSpPr/>
          <p:nvPr/>
        </p:nvGrpSpPr>
        <p:grpSpPr>
          <a:xfrm>
            <a:off x="4368698" y="3045187"/>
            <a:ext cx="3454298" cy="1407706"/>
            <a:chOff x="4368698" y="3045187"/>
            <a:chExt cx="3454298" cy="1407706"/>
          </a:xfrm>
        </p:grpSpPr>
        <p:sp>
          <p:nvSpPr>
            <p:cNvPr id="6" name="Rounded Rectangle 5"/>
            <p:cNvSpPr/>
            <p:nvPr/>
          </p:nvSpPr>
          <p:spPr>
            <a:xfrm>
              <a:off x="4368698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2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Uses accent 2 of the theme.</a:t>
              </a:r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4368698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Alert block</a:t>
              </a:r>
            </a:p>
          </p:txBody>
        </p:sp>
      </p:grpSp>
      <p:grpSp>
        <p:nvGrpSpPr>
          <p:cNvPr id="11" name="Exampleblock: Example block"/>
          <p:cNvGrpSpPr/>
          <p:nvPr/>
        </p:nvGrpSpPr>
        <p:grpSpPr>
          <a:xfrm>
            <a:off x="8188757" y="3045187"/>
            <a:ext cx="3454298" cy="1407706"/>
            <a:chOff x="8188757" y="3045187"/>
            <a:chExt cx="3454298" cy="1407706"/>
          </a:xfrm>
        </p:grpSpPr>
        <p:sp>
          <p:nvSpPr>
            <p:cNvPr id="9" name="Rounded Rectangle 8"/>
            <p:cNvSpPr/>
            <p:nvPr/>
          </p:nvSpPr>
          <p:spPr>
            <a:xfrm>
              <a:off x="8188757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3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Uses accent 3 of the theme.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8188757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Example block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55696"/>
            <a:ext cx="11094415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200"/>
              <a:t>Blank layout (Beamer [plain] frame)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mer Modern (clean sans-serif)">
  <a:themeElements>
    <a:clrScheme name="Beamer Modern (clean sans-serif)">
      <a:dk1>
        <a:srgbClr val="1F2933"/>
      </a:dk1>
      <a:lt1>
        <a:srgbClr val="FFFFFF"/>
      </a:lt1>
      <a:dk2>
        <a:srgbClr val="1B2A41"/>
      </a:dk2>
      <a:lt2>
        <a:srgbClr val="F1F4F7"/>
      </a:lt2>
      <a:accent1>
        <a:srgbClr val="0B7189"/>
      </a:accent1>
      <a:accent2>
        <a:srgbClr val="D1495B"/>
      </a:accent2>
      <a:accent3>
        <a:srgbClr val="2A7F62"/>
      </a:accent3>
      <a:accent4>
        <a:srgbClr val="E9A03B"/>
      </a:accent4>
      <a:accent5>
        <a:srgbClr val="5C6BC0"/>
      </a:accent5>
      <a:accent6>
        <a:srgbClr val="8A94A6"/>
      </a:accent6>
      <a:hlink>
        <a:srgbClr val="0B7189"/>
      </a:hlink>
      <a:folHlink>
        <a:srgbClr val="5C6BC0"/>
      </a:folHlink>
    </a:clrScheme>
    <a:fontScheme name="Beamer Modern (clean sans-serif)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{title}</dc:title>
  <dc:subject/>
  <dc:creator>{author}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