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5288" y="1325880"/>
            <a:ext cx="8961120" cy="132588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288" y="2743200"/>
            <a:ext cx="8961120" cy="548640"/>
          </a:xfrm>
        </p:spPr>
        <p:txBody>
          <a:bodyPr anchor="t"/>
          <a:lstStyle>
            <a:lvl1pPr algn="ctr" marL="0" indent="0">
              <a:buNone/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4" name="Author"/>
          <p:cNvSpPr>
            <a:spLocks noGrp="1"/>
          </p:cNvSpPr>
          <p:nvPr>
            <p:ph type="body" sz="quarter" idx="13"/>
          </p:nvPr>
        </p:nvSpPr>
        <p:spPr>
          <a:xfrm>
            <a:off x="1615288" y="3611880"/>
            <a:ext cx="8961120" cy="457200"/>
          </a:xfrm>
        </p:spPr>
        <p:txBody>
          <a:bodyPr anchor="ctr"/>
          <a:lstStyle>
            <a:lvl1pPr algn="ctr" marL="0" indent="0">
              <a:buNone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5" name="Institute"/>
          <p:cNvSpPr>
            <a:spLocks noGrp="1"/>
          </p:cNvSpPr>
          <p:nvPr>
            <p:ph type="body" sz="quarter" idx="14"/>
          </p:nvPr>
        </p:nvSpPr>
        <p:spPr>
          <a:xfrm>
            <a:off x="1615288" y="4114800"/>
            <a:ext cx="8961120" cy="45720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Institute</a:t>
            </a:r>
          </a:p>
        </p:txBody>
      </p:sp>
      <p:sp>
        <p:nvSpPr>
          <p:cNvPr id="6" name="Date"/>
          <p:cNvSpPr>
            <a:spLocks noGrp="1"/>
          </p:cNvSpPr>
          <p:nvPr>
            <p:ph type="body" sz="quarter" idx="15"/>
          </p:nvPr>
        </p:nvSpPr>
        <p:spPr>
          <a:xfrm>
            <a:off x="1615288" y="4754880"/>
            <a:ext cx="8961120" cy="41148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tx1"/>
                </a:solidFill>
              </a:rPr>
              <a:t>{short_title}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tx1"/>
                </a:solidFill>
              </a:rPr>
              <a:t>{date}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tx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88720"/>
            <a:ext cx="11094415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2606040"/>
            <a:ext cx="6888175" cy="105156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Subtitle"/>
          <p:cNvSpPr>
            <a:spLocks noGrp="1"/>
          </p:cNvSpPr>
          <p:nvPr>
            <p:ph type="body" idx="1"/>
          </p:nvPr>
        </p:nvSpPr>
        <p:spPr>
          <a:xfrm>
            <a:off x="2651760" y="3794760"/>
            <a:ext cx="6888175" cy="548640"/>
          </a:xfrm>
        </p:spPr>
        <p:txBody>
          <a:bodyPr anchor="t"/>
          <a:lstStyle>
            <a:lvl1pPr algn="ctr"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Optional subtitle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tx1"/>
                </a:solidFill>
              </a:rPr>
              <a:t>{short_title}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tx1"/>
                </a:solidFill>
              </a:rPr>
              <a:t>{date}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tx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/>
          </p:nvPr>
        </p:nvSpPr>
        <p:spPr>
          <a:xfrm>
            <a:off x="548640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/>
          </p:nvPr>
        </p:nvSpPr>
        <p:spPr>
          <a:xfrm>
            <a:off x="6278728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Title Bar"/>
          <p:cNvSpPr/>
          <p:nvPr userDrawn="1"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1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12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tx1"/>
                </a:solidFill>
              </a:rPr>
              <a:t>{short_title}</a:t>
            </a:r>
            <a:endParaRPr lang="en-US" sz="1100"/>
          </a:p>
        </p:txBody>
      </p:sp>
      <p:sp>
        <p:nvSpPr>
          <p:cNvPr id="13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tx1"/>
                </a:solidFill>
              </a:rPr>
              <a:t>{date}</a:t>
            </a:r>
            <a:endParaRPr lang="en-US" sz="1100"/>
          </a:p>
        </p:txBody>
      </p:sp>
      <p:sp>
        <p:nvSpPr>
          <p:cNvPr id="14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tx1"/>
                </a:solidFill>
              </a:rPr>
              <a:t>‹#›</a:t>
            </a:fld>
            <a:endParaRPr lang="en-US" sz="11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88720"/>
            <a:ext cx="11094415" cy="512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0896" indent="-31089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70000"/>
        <a:buFont typeface="Arial" panose="020B0604020202020204"/>
        <a:buChar char="►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76656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100000"/>
        <a:buFont typeface="Arial" panose="020B0604020202020204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6596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Beamer-style PowerPoint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Layout preview - these slides are removed when ppt-templated builds a deck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Author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Institute / Department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Used for layout: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and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Frame title at the top; body text in the master bullet style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/>
            <a:r>
              <a:rPr/>
              <a:t>Footline text comes from tokens such as {author} in the Slide Master</a:t>
            </a:r>
          </a:p>
          <a:p>
            <a:pPr/>
            <a:r>
              <a:rPr/>
              <a:t>Edit colours in Design &gt; Variants &gt; Colors, fonts in Variants &gt; Fonts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Two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/>
              <a:t>Left column</a:t>
            </a:r>
          </a:p>
          <a:p>
            <a:pPr lvl="1"/>
            <a:r>
              <a:rPr/>
              <a:t>Detail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/>
              <a:t>Right column</a:t>
            </a:r>
          </a:p>
          <a:p>
            <a:pPr lvl="1"/>
            <a:r>
              <a:rPr/>
              <a:t>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Only layout - generated blocks</a:t>
            </a:r>
          </a:p>
        </p:txBody>
      </p:sp>
      <p:grpSp>
        <p:nvGrpSpPr>
          <p:cNvPr id="5" name="Block: Block"/>
          <p:cNvGrpSpPr/>
          <p:nvPr/>
        </p:nvGrpSpPr>
        <p:grpSpPr>
          <a:xfrm>
            <a:off x="548640" y="3045187"/>
            <a:ext cx="3454298" cy="1407706"/>
            <a:chOff x="548640" y="3045187"/>
            <a:chExt cx="3454298" cy="1407706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Copy these groups onto your own slides.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Block</a:t>
              </a:r>
            </a:p>
          </p:txBody>
        </p:sp>
      </p:grpSp>
      <p:grpSp>
        <p:nvGrpSpPr>
          <p:cNvPr id="8" name="Alertblock: Alert block"/>
          <p:cNvGrpSpPr/>
          <p:nvPr/>
        </p:nvGrpSpPr>
        <p:grpSpPr>
          <a:xfrm>
            <a:off x="4368698" y="3045187"/>
            <a:ext cx="3454298" cy="1407706"/>
            <a:chOff x="4368698" y="3045187"/>
            <a:chExt cx="3454298" cy="1407706"/>
          </a:xfrm>
        </p:grpSpPr>
        <p:sp>
          <p:nvSpPr>
            <p:cNvPr id="6" name="Rounded Rectangle 5"/>
            <p:cNvSpPr/>
            <p:nvPr/>
          </p:nvSpPr>
          <p:spPr>
            <a:xfrm>
              <a:off x="4368698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2 of the theme.</a:t>
              </a:r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4368698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Alert block</a:t>
              </a:r>
            </a:p>
          </p:txBody>
        </p:sp>
      </p:grpSp>
      <p:grpSp>
        <p:nvGrpSpPr>
          <p:cNvPr id="11" name="Exampleblock: Example block"/>
          <p:cNvGrpSpPr/>
          <p:nvPr/>
        </p:nvGrpSpPr>
        <p:grpSpPr>
          <a:xfrm>
            <a:off x="8188757" y="3045187"/>
            <a:ext cx="3454298" cy="1407706"/>
            <a:chOff x="8188757" y="3045187"/>
            <a:chExt cx="3454298" cy="1407706"/>
          </a:xfrm>
        </p:grpSpPr>
        <p:sp>
          <p:nvSpPr>
            <p:cNvPr id="9" name="Rounded Rectangle 8"/>
            <p:cNvSpPr/>
            <p:nvPr/>
          </p:nvSpPr>
          <p:spPr>
            <a:xfrm>
              <a:off x="8188757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3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3 of the theme.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8188757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Example block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55696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200"/>
              <a:t>Blank layout (Beamer [plain] 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er Crimson (Beaver-inspired)">
  <a:themeElements>
    <a:clrScheme name="Beamer Crimson (Beaver-inspired)">
      <a:dk1>
        <a:srgbClr val="222222"/>
      </a:dk1>
      <a:lt1>
        <a:srgbClr val="FFFFFF"/>
      </a:lt1>
      <a:dk2>
        <a:srgbClr val="5C0000"/>
      </a:dk2>
      <a:lt2>
        <a:srgbClr val="EFEFEF"/>
      </a:lt2>
      <a:accent1>
        <a:srgbClr val="8B0000"/>
      </a:accent1>
      <a:accent2>
        <a:srgbClr val="D4430C"/>
      </a:accent2>
      <a:accent3>
        <a:srgbClr val="2E6B30"/>
      </a:accent3>
      <a:accent4>
        <a:srgbClr val="C9A227"/>
      </a:accent4>
      <a:accent5>
        <a:srgbClr val="5B7C99"/>
      </a:accent5>
      <a:accent6>
        <a:srgbClr val="8C8C8C"/>
      </a:accent6>
      <a:hlink>
        <a:srgbClr val="8B0000"/>
      </a:hlink>
      <a:folHlink>
        <a:srgbClr val="5C0000"/>
      </a:folHlink>
    </a:clrScheme>
    <a:fontScheme name="Beamer Crimson (Beaver-inspired)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{title}</dc:title>
  <dc:subject/>
  <dc:creator>{author}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